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QGENTIC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ML Competition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gold medals require 200+ hours of work against thousands of competitors.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time (~80%) goes to repetitive execution: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debugging crashes, monitoring training, iterating models, evaluating submissions.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41732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200+hrs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gold medal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2743200"/>
            <a:ext cx="141732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~20hrs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4884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Qgentic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strategic input)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743200"/>
            <a:ext cx="141732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4904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LLM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4572000" cy="2743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LLMs can now handle the structured execution loop. Keep the human as strategic director.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74320"/>
            <a:ext cx="3566160" cy="4480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65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POSITIONING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685800"/>
          <a:ext cx="3200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"/>
                <a:gridCol w="457200"/>
                <a:gridCol w="457200"/>
                <a:gridCol w="457200"/>
                <a:gridCol w="457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X-Lrn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Auto-sklearn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AutoGluon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Copilot/Cursor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AIDE/AutoKaggle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Qgentic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6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56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0" y="2423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2651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AutoML: Fixed search spaces, no code generation or reasoning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Copilot/Cursor: Code completion, not end-to-end pipelines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AIDE/AutoKaggle: Closest, but single-agent, no cross-model learning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Qgentic AI: Multi-agent research + parallel execution + shared learning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Coordinated LLM Agents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37160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28800" y="868680"/>
            <a:ext cx="1371600" cy="6400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383280" y="868680"/>
            <a:ext cx="137160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37760" y="868680"/>
            <a:ext cx="137160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(xN)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766560" y="868680"/>
            <a:ext cx="13716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4592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005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1645920"/>
            <a:ext cx="7863840" cy="274320"/>
          </a:xfrm>
          <a:prstGeom prst="rect">
            <a:avLst/>
          </a:prstGeom>
          <a:solidFill>
            <a:srgbClr val="1E2F4D"/>
          </a:solidFill>
          <a:ln w="6350">
            <a:solidFill>
              <a:srgbClr val="00B4D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1645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—  Phase Sequencing  |  Parallel Execution  |  GPU/CPU Isolation  |  Checkpoint/Rollback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03120"/>
            <a:ext cx="256032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 with Google Search. Classifies task type (tabular, NLP, CV, time series) and generates summary for downstream agents.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starter_suggestions.json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2103120"/>
            <a:ext cx="256032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546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512-step agentic tool-calling loop. Tools: execute_python (EDA + image ingestion), read_research_paper (ArXiv), scrape_web_page (Firecrawl).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plan.md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2103120"/>
            <a:ext cx="256032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97880" y="2148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ModelRecommender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3-stage: 16 candidates → paper analysis → 8 models. Per-model: preprocessing, loss, hyperparams, inference. MUST_HAVE vs NICE_TO_HAVE.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model_recommendations.json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566160"/>
            <a:ext cx="8046720" cy="12801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DeveloperAgent (parallel, one per model)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9601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17320" y="4023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554480" y="3931920"/>
            <a:ext cx="9601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155448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4023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51760" y="3931920"/>
            <a:ext cx="9601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265176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11880" y="4023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49040" y="3931920"/>
            <a:ext cx="9601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120s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4023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3931920"/>
            <a:ext cx="9601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06440" y="4023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0" y="3931920"/>
            <a:ext cx="9601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0" y="39319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434840"/>
            <a:ext cx="6492240" cy="137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4531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iterate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040880" y="3886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execute_code, monitor_logs, search_red_flags,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search_sota_suggestions, investigate_library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Technical Innovations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2860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0972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1234440"/>
            <a:ext cx="1463040" cy="640080"/>
          </a:xfrm>
          <a:prstGeom prst="rect">
            <a:avLst/>
          </a:prstGeom>
          <a:solidFill>
            <a:srgbClr val="0D3D5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(thread-safe)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91440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80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353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Cosine annealing (+0.02)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 feature selection (+0.015)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478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Label smoothing (-0.01)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7340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Heavy augmentation (-0.005)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868680"/>
            <a:ext cx="4297680" cy="22860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399032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120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Static Analysis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logging.basicConfig order, data partition patterns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54880" y="187452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4767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1208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Leakage Review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21208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detects train/test contamination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754880" y="242316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96312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12080" y="2377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Code Safety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212080" y="2578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eval/exec, injection, credential leakage (Gemini 2.5 Flash)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70916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evaluate_guardrails() runs before every code execution. Blocked code → feedback for regeneration.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4114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Resource Management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457200" y="3749040"/>
            <a:ext cx="100584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2"/>
          <p:cNvSpPr/>
          <p:nvPr/>
        </p:nvSpPr>
        <p:spPr>
          <a:xfrm>
            <a:off x="4572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5720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1600200" y="3749040"/>
            <a:ext cx="10058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5"/>
          <p:cNvSpPr/>
          <p:nvPr/>
        </p:nvSpPr>
        <p:spPr>
          <a:xfrm>
            <a:off x="16002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60020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GPUs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worker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2743200" y="3749040"/>
            <a:ext cx="10058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38"/>
          <p:cNvSpPr/>
          <p:nvPr/>
        </p:nvSpPr>
        <p:spPr>
          <a:xfrm>
            <a:off x="274320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2743200" y="4023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affinity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384048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days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3840480" y="4069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budget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530352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hrs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5303520" y="4069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timeout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676656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120s</a:t>
            </a:r>
            <a:endParaRPr lang="en-US" sz="1800" dirty="0"/>
          </a:p>
        </p:txBody>
      </p:sp>
      <p:sp>
        <p:nvSpPr>
          <p:cNvPr id="50" name="Text 45"/>
          <p:cNvSpPr/>
          <p:nvPr/>
        </p:nvSpPr>
        <p:spPr>
          <a:xfrm>
            <a:off x="6766560" y="4069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 poll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41148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conda envs per model  |  ThreadPoolExecutor  |  Queue-based GPU/CPU pools  |  SQLite checkpoints + rollback  |  HITL via INSTRUCTIONS.md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CSIRO Biomass Competition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0.63772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265176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896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/ 3,802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5468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Ranking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651760" cy="8229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8961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1307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Medal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4114800" cy="13716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Reduction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200+ hours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3657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Qgentic AI: ~20 hrs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 REDUCTION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4297680" cy="137160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920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Leaderboard</a:t>
            </a:r>
            <a:endParaRPr lang="en-US" sz="1000" dirty="0"/>
          </a:p>
        </p:txBody>
      </p:sp>
      <p:pic>
        <p:nvPicPr>
          <p:cNvPr id="22" name="Image 0" descr="/Users/oh_jason_zhang/Downloads/git_repo/Qgentic-AI/docs/assets/csiro_l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2148840"/>
            <a:ext cx="4023360" cy="10058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3703320"/>
            <a:ext cx="4206240" cy="5486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79476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867912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37307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Log Monitoring Works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2296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overfitting, NaN losses, stalled training that humans miss during off-hours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709160" y="3703320"/>
            <a:ext cx="4206240" cy="5486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800600" y="379476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867912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57800" y="37307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 Prevents Redundancy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25780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 eliminates the "try the same bad idea 8 times" failure mode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74320" y="4343400"/>
            <a:ext cx="4206240" cy="5486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65760" y="443484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507992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22960" y="4370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Are Essential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22960" y="4572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for LLM responses make multi-agent communication reliable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709160" y="4343400"/>
            <a:ext cx="4206240" cy="54864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800600" y="4434840"/>
            <a:ext cx="365760" cy="365760"/>
          </a:xfrm>
          <a:prstGeom prst="ellipse">
            <a:avLst/>
          </a:prstGeom>
          <a:solidFill>
            <a:srgbClr val="0D3D56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507992"/>
            <a:ext cx="219456" cy="21945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57800" y="4370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Retry Logic Is Critical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257800" y="4572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(1s’60s) + 5-min polling on sustained 503 keeps system running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005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417320"/>
            <a:ext cx="196596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 → Langfuse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tracing &amp; cost tracking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1417320"/>
            <a:ext cx="196596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46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14600" y="1645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Guardrails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leakage detection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00584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417320"/>
            <a:ext cx="196596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46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645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Cross-Worker V2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shared state: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feature importances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1005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1417320"/>
            <a:ext cx="1965960" cy="105156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463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12280" y="1645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Retrieval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(scaffolded)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solidFill>
            <a:srgbClr val="1E2F4D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Goal: Kaggle Competitions Grandmaster (2 more gold medals needed)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agents compete while you strategize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11880"/>
            <a:ext cx="4572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decomposition beats monolithic agents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with distinct tools outperform one agent trying to do everything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457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learning creates emergent optimization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suggestion pools enable collective intelligence across parallel baselines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251960"/>
            <a:ext cx="457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effort reduction is achievable today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 capabilities are sufficient for structured ML execution loops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4572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human + AI collaboration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provide strategic direction; agents handle disciplined execution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github.com/bogoconic1/Qgentic-AI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Qgentic AI: An Automated ML Competition Stack</dc:title>
  <dc:subject>PptxGenJS Presentation</dc:subject>
  <dc:creator>Qgentic AI</dc:creator>
  <cp:lastModifiedBy>Qgentic AI</cp:lastModifiedBy>
  <cp:revision>1</cp:revision>
  <dcterms:created xsi:type="dcterms:W3CDTF">2026-03-24T09:35:39Z</dcterms:created>
  <dcterms:modified xsi:type="dcterms:W3CDTF">2026-03-24T09:35:39Z</dcterms:modified>
</cp:coreProperties>
</file>