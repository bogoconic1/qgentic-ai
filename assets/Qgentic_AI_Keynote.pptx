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074-1348-A9B9-4E76E73082E0}"/>
              </c:ext>
            </c:extLst>
          </c:dPt>
          <c:dPt>
            <c:idx val="1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074-1348-A9B9-4E76E73082E0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074-1348-A9B9-4E76E73082E0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074-1348-A9B9-4E76E73082E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74-1348-A9B9-4E76E73082E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074-1348-A9B9-4E76E73082E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74-1348-A9B9-4E76E73082E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074-1348-A9B9-4E76E73082E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Research</c:v>
                </c:pt>
                <c:pt idx="1">
                  <c:v>Coding</c:v>
                </c:pt>
                <c:pt idx="2">
                  <c:v>Debug/Monitor</c:v>
                </c:pt>
                <c:pt idx="3">
                  <c:v>Evaluation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25</c:v>
                </c:pt>
                <c:pt idx="2">
                  <c:v>40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074-1348-A9B9-4E76E73082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72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QGENTIC AI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ML Competition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Gold-Medal Effort from 200+ Hours to 20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743200" cy="146304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for a gold medal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thousands of competitors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2743200" cy="118872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~23 min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context-switch recovery 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118872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time goes to repetitive maintenance: debugging, monitoring, iterating models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intermediate training results, restarting crashed runs, evaluating submissions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human endurance and availability, not intelligence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Gold-medal work is ~80% disciplined execution, ~20% novel thinking</a:t>
            </a:r>
            <a:endParaRPr lang="en-US" sz="14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3840480" y="3291840"/>
          <a:ext cx="20116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Key Insight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5486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hours manual effort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965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2377440"/>
            <a:ext cx="237744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Agent Execution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45920" y="3383280"/>
            <a:ext cx="1371600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hrs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reduction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4023360" cy="31089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Thinking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approaches, competition-specific insights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Work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gen, debugging, monitoring, evaluation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Capability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handle structured execution loops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Human as strategic director, agents handle the grind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AutoML Systems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103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Auto-sklearn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AutoGluon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H2O AutoML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Qgentic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3832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systems optimize within predefined pipelines and fixed search spaces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ability to read a competition description and devise a novel approach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generation -- only hyperparameter tuning and model selection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Qgentic AI combines reasoning, code generation, and competition awareness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Code Agents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0" y="1280160"/>
            <a:ext cx="18288" cy="32004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0" y="2880360"/>
            <a:ext cx="301752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/ AutoKaggle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926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/ Cursor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1645920" cy="457200"/>
          </a:xfrm>
          <a:prstGeom prst="rect">
            <a:avLst/>
          </a:prstGeom>
          <a:solidFill>
            <a:srgbClr val="0D3D56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1783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Qgentic 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280160"/>
            <a:ext cx="3749040" cy="320040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17373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combines multi-agent research + model recommendation + parallel execution + cross-model learning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Copilot/Cursor: code completion, not end-to-end pipeline execution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AlphaCode/CodeGen: single-shot generation, no iterative refinement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AIDE, MLE-bench, AutoKaggle: closest, but lack multi-agent coordination and shared learning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463040" cy="868680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463040"/>
            <a:ext cx="1463040" cy="8686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20240" y="14630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463040"/>
            <a:ext cx="1463040" cy="8686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4630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1463040"/>
            <a:ext cx="1463040" cy="86868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0" y="14630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(x 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1463040" cy="86868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0" y="14630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8229600" cy="457200"/>
          </a:xfrm>
          <a:prstGeom prst="rect">
            <a:avLst/>
          </a:prstGeom>
          <a:solidFill>
            <a:srgbClr val="1E2F4D"/>
          </a:solidFill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 —  Phase Sequencing  |  Parallel Execution  |  GPU/CPU Isolation  |  Checkpointing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1874520" cy="118872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474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 Preview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Pydantic outputs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31720" y="3383280"/>
            <a:ext cx="1874520" cy="118872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68880" y="3474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loops with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execute, search, scrape tools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3383280"/>
            <a:ext cx="1874520" cy="118872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26280" y="3474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N models in parallel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GPU/CPU isolation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3383280"/>
            <a:ext cx="1874520" cy="118872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3474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Learning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suggestion pool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baselines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StarterAgent — Task Classification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286000" cy="10972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1463040"/>
            <a:ext cx="457200" cy="457200"/>
          </a:xfrm>
          <a:prstGeom prst="ellipse">
            <a:avLst/>
          </a:prstGeom>
          <a:solidFill>
            <a:srgbClr val="0D3D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554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description.md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194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brief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9260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▶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74720" y="1371600"/>
            <a:ext cx="2286000" cy="1097280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747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StarterAgent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747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Google Search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521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▶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00800" y="1371600"/>
            <a:ext cx="2377440" cy="10972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9224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starter_suggestions.json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task_types: ["tabular"],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summary: "Predict biomass..."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2926080"/>
            <a:ext cx="1920240" cy="10972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580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data, feature engineering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697480" y="2926080"/>
            <a:ext cx="1920240" cy="10972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83464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83464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classification, NER, summarization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46320" y="2926080"/>
            <a:ext cx="1920240" cy="10972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98348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98348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classification, segmentation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995160" y="2926080"/>
            <a:ext cx="1920240" cy="10972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13232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13232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anomaly detection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agents use task_types to tailor research, model selection, and code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ResearcherAgent — Deep Research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114800" cy="2743200"/>
          </a:xfrm>
          <a:prstGeom prst="rect">
            <a:avLst/>
          </a:prstGeom>
          <a:solidFill>
            <a:srgbClr val="1A2744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 (up to 512 steps)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88720" y="1828800"/>
            <a:ext cx="228600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Tool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21762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88720" y="2331720"/>
            <a:ext cx="228600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6791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88720" y="2834640"/>
            <a:ext cx="228600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318211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3337560"/>
            <a:ext cx="2286000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8872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029200" y="1371600"/>
            <a:ext cx="3749040" cy="8229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12080" y="1481328"/>
            <a:ext cx="457200" cy="457200"/>
          </a:xfrm>
          <a:prstGeom prst="ellipse">
            <a:avLst/>
          </a:prstGeom>
          <a:solidFill>
            <a:srgbClr val="0D3D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572768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064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execute_python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0644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EDA code, generate plots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Auto-ingests images (max 6/step)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0" y="2331720"/>
            <a:ext cx="3749040" cy="8229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212080" y="2441448"/>
            <a:ext cx="457200" cy="457200"/>
          </a:xfrm>
          <a:prstGeom prst="ellipse">
            <a:avLst/>
          </a:prstGeom>
          <a:solidFill>
            <a:srgbClr val="0D3D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532888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80644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read_research_paper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806440" y="2679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PDF summarization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methods, results, ablations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029200" y="3291840"/>
            <a:ext cx="3749040" cy="8229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5212080" y="3401568"/>
            <a:ext cx="457200" cy="457200"/>
          </a:xfrm>
          <a:prstGeom prst="ellipse">
            <a:avLst/>
          </a:prstGeom>
          <a:solidFill>
            <a:srgbClr val="0D3D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493008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80644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scrape_web_page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5806440" y="3639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web scraping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forums, blog posts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029200" y="3886200"/>
            <a:ext cx="3749040" cy="457200"/>
          </a:xfrm>
          <a:prstGeom prst="rect">
            <a:avLst/>
          </a:prstGeom>
          <a:solidFill>
            <a:srgbClr val="0D3D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516636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plan.md — research plan for downstream agents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ModelRecommenderAgent — Strategy Selection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LLM selects ~16 candidates (web search enabled)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920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2926080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Paper analysis for all candidates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743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017520"/>
            <a:ext cx="2011680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Refine to ~8 models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Recommendations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73152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transforms, augmentation, normalization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73152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 MUST_HAVE, multiple NICE_TO_HAVE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rate, batch size, architecture configs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47472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TTA, ensembling, post-processing strategies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749040"/>
            <a:ext cx="4023360" cy="6400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MUST_HAVE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applied in first iteration (NOW)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NICE_TO_HAVE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fed to SOTA engine for later iterations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DeveloperAgent — Code Generation &amp; Iteration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88720" cy="6400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645920"/>
            <a:ext cx="1188720" cy="640080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1645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1188720" cy="64008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645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645920"/>
            <a:ext cx="1188720" cy="6400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(120s)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1188720" cy="640080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2560320"/>
            <a:ext cx="1188720" cy="64008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0" y="25603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1783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1783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1783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783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7315200" cy="182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Next Iteration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1965960" cy="12801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Monitoring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840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polls every 120s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crashes, NaN losses,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 training, overfitting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0" y="3474720"/>
            <a:ext cx="1965960" cy="12801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8036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Fix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80360" y="3840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model first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web search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general LLM diagnosis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474720"/>
            <a:ext cx="1965960" cy="12801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investigate_library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3840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installed package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to resolve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questions accurately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32320" y="3474720"/>
            <a:ext cx="1965960" cy="12801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6948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Injection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69480" y="3840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Auto-injects CPU affinity,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assignment, BASE_DIR,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Cross-Model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128016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XGBoost)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"Cosine annealing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score by 0.02"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2560320" cy="1280160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LightGBM)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0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"Feature selection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D0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improved by 0.015"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645920"/>
            <a:ext cx="2560320" cy="256032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Suggestion Pool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Thread-safe class-level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_shared_suggestions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Cosine annealing (+0.02)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 feature selection (+0.015)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Label smoothing (-0.01)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Heavy augmentation (-0.005)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6324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↔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06324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↔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0" y="1463040"/>
            <a:ext cx="2468880" cy="29260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19202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redundant exploration of failed strategies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techniques propagate to sibling models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Blacklisted ideas automatically excluded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collective optimization across all baselines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&amp; Guardrails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D3D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AST Static Analysis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logging.basicConfig order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train/test data partition patterns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AST-based, zero LLM cost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0D3D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97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LLM Leakage Review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80160" y="2834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 reviews code for data leakage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train/test contamination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LeakageReviewResponse output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0D3D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862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LLM Code Safety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80160" y="4023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eval/exec, command injection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leakage detection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(fast, low cost)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669280" y="1280160"/>
            <a:ext cx="3108960" cy="347472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85216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Pipeline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035040" y="1828800"/>
            <a:ext cx="237744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03504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Generated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040880" y="22128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035040" y="2468880"/>
            <a:ext cx="237744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035040" y="2468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evaluate_guardrails()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040880" y="28529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035040" y="3108960"/>
            <a:ext cx="2377440" cy="4114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03504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pass?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040880" y="34930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035040" y="3749040"/>
            <a:ext cx="237744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035040" y="3749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code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852160" y="4480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Blocked → feedback to LLM for regeneration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 — Parallel Execution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Isolation Modes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280160" cy="15544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Multi-Instance GPU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single GPU into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instances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1645920"/>
            <a:ext cx="1280160" cy="15544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5740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Multi-GPU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21031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different GPUs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different workers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(CUDA_VISIBLE_DEVICES)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645920"/>
            <a:ext cx="1280160" cy="15544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isolation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affinity pinning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psutil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4023360" cy="192024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Pool Architecture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1828800"/>
            <a:ext cx="77724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18288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331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1828800"/>
            <a:ext cx="77724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0" y="18288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2331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0" y="1828800"/>
            <a:ext cx="77724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18288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2331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0" y="1828800"/>
            <a:ext cx="77724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0" y="18288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2331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  +  Queue-based dynamic allocation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566160"/>
            <a:ext cx="1965960" cy="10972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days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580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development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0" y="3566160"/>
            <a:ext cx="1965960" cy="10972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880360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hrs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88036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Per-script execution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566160"/>
            <a:ext cx="1965960" cy="10972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74920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07492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monitoring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interval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3566160"/>
            <a:ext cx="1965960" cy="10972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269480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Isolated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26948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environment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model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Checkpoint &amp; Human-in-the-Loop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Timeline with Rollback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7772400" cy="2743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8288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240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8288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240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2468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82880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2240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18288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697480"/>
            <a:ext cx="2743200" cy="182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2743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rollback to V3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200400"/>
            <a:ext cx="3931920" cy="15544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Checkpoint System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full agent state per version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suggestions, conversation history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move to _trash/, delete DB rows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--rollback-to-version N CLI flag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200400"/>
            <a:ext cx="4023360" cy="155448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(INSTRUCTIONS.md)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611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Researcher Instructions — guide research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Developer Instructions — guide code gen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Models — override model selection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hitl_sota: true → pause for human approval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CSIRO Biomass Competition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51760" cy="100584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0.63772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Score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234440"/>
            <a:ext cx="2651760" cy="100584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 / 3,802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Ranking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234440"/>
            <a:ext cx="2651760" cy="100584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Medal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3840480" cy="137160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Effort Reduction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200+ hours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74720"/>
            <a:ext cx="36576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Qgentic AI: ~20 hrs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 REDUCTION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4114800" cy="21945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Leaderboard</a:t>
            </a:r>
            <a:endParaRPr lang="en-US" sz="1200" dirty="0"/>
          </a:p>
        </p:txBody>
      </p:sp>
      <p:pic>
        <p:nvPicPr>
          <p:cNvPr id="23" name="Image 0" descr="/Users/oh_jason_zhang/Downloads/git_repo/Qgentic-AI/docs/assets/csiro_l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2971800"/>
            <a:ext cx="374904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0D3D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Log Monitoring Works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53619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overfitting, NaN losses, and stalled training that humans miss during off-hours. Surprisingly effective as a real-time diagnostic tool.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8046720" cy="8229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0D3D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774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Learning Prevents Redundancy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71600" y="249631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shared state, agents try the same bad idea across all models. The suggestion pool eliminates the 'try the same thing 8 times' failure mode.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0D3D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375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Are Essential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345643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 for LLM responses make multi-agent communication reliable. Without them, parsing failures cascade through the pipeline.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8046720" cy="8229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0D3D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976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Retry Logic Is Critical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371600" y="441655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hit 503 during peak demand. Exponential backoff (1s, 5s, 10s, 30s, 60s) + 5-min polling on sustained 503 keeps the system running.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&amp;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599" y="1188720"/>
            <a:ext cx="45719" cy="203951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261872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Weave to Langfuse for better tracing, cost tracking, and debugging capabilities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34440" y="19202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0" y="1847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847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Guardrails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0756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lint integration, improved leakage detection, richer stack trace remediation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34440" y="2578608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0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5054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Cross-Worker Learning V2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73405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shared state: embeddings, feature importances, training curves -- not just text suggestions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17318" y="3589020"/>
            <a:ext cx="6949440" cy="73152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600198" y="36347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148838" y="3634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Goal: Kaggle Competitions Grandmaster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148838" y="39090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more gold medals needed — let the agents compete while you strategize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decomposition beats monolithic agents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with distinct tools &gt; one agent trying to do everything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learning creates emergent optimization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suggestion pools enable collective intelligence across parallel baselines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effort reduction is achievable today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LLM capabilities are sufficient for structured ML execution loops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ML competitions is human + AI collaboration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provide strategic direction; agents handle the disciplined execution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200+ hours to 20. Let the agents do the grind.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Source: github.com/bogoconic1/Qgentic-AI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1503</Words>
  <Application>Microsoft Macintosh PowerPoint</Application>
  <PresentationFormat>On-screen Show (16:9)</PresentationFormat>
  <Paragraphs>399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Qgentic AI: An Automated ML Competition Stack</dc:title>
  <dc:subject>PptxGenJS Presentation</dc:subject>
  <dc:creator>Qgentic AI</dc:creator>
  <cp:lastModifiedBy>Jason Zhang</cp:lastModifiedBy>
  <cp:revision>2</cp:revision>
  <dcterms:created xsi:type="dcterms:W3CDTF">2026-03-24T09:24:09Z</dcterms:created>
  <dcterms:modified xsi:type="dcterms:W3CDTF">2026-03-24T12:10:01Z</dcterms:modified>
</cp:coreProperties>
</file>